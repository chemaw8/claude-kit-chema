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v1.0   ·   2026-07-09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77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anti-secretos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Regla determinista opt-in que ejecuta la máquina, no la memoria de Claude.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Siete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 &lt;url&gt; claude-kit-chema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y respalda el anterior.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opt-in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Actívalo con KIT_HOOKS=s ./instalar.sh para bloquear commits con secretos.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 el núcleo como instrucciones del proyecto y sube los SKILL.md que uses.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