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v1.8   ·   2026-07-11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menos de 80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hooks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 (autocarga tu perfil) y anti-secretos (bloquea credenciales): reglas que ejecuta la máquina, no la memoria.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Redacción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correo con pedido claro; minuta con acuerdos, responsables y fechas; sin invadir deck ni propuesta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git clone https://github.com/chemaw8/claude-kit-chema.git claude-kit-chema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sin tocar lo tuyo; en actualizaciones respalda antes de reescribirla.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de contexto se instala por defecto; el anti-secretos es opt-in con KIT_HOOKS=s ./instalar.sh.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skills se suben como zip (Settings → Capabilities) y disparan solas; el núcleo se pega como instrucciones del proyecto.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  El ecosistema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/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no está solo: el stack completo, probado junto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 — el principal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y calidad en 8 dominios; gobernado por council, CI y branch protection. Todo lo demás se acomoda a su alrededor.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superpowers (MIT)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Metodología de desarrollo: brainstorming, planes, TDD, debugging. Compatible: kit-codigo trae el bloque que reparte los carriles.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find-skills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Descubre e instala skills nuevas del ecosistema abierto cuando falta una capacidad — con el presupuesto de disparo en mente.</a:t>
            </a:r>
            <a:endParaRPr lang="en-US" sz="125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Añadibles ya evaluadas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document-skills oficiales (Excel/Word/PDF/PPT con fórmulas vivas), security-guidance (seguridad en cada commit), pr-review-toolkit y commit-commands.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Cada capa en su carril: el kit pone el criterio, superpowers el método, los plugins la mecánica — sin choques.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/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