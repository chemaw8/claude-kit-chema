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Estándar de calidad para Claude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76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2E7C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Claude trabaje bien para todo Innovattia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Instrucciones de calidad que cualquiera instala y usa, sin depender de la configuración personal de nadie.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repositorio claude-kit-chema   ·   v1.0   ·   2026-07-09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Claude repite cinco fallos que nos cuestan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874520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39112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45" y="2177369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993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genéricas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26480" y="1993392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Ignora el contexto de la empresa y responde para cualquiera.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" y="2770632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932688" y="2935224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945" y="3073481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28895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Supuestos no consultados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26480" y="2889504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Asume lo que no sabe en vez de preguntar.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40080" y="3666744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32688" y="3831336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945" y="39695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91640" y="378561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 entre sesiones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126480" y="3785616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conversación repite errores ya corregidos.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" y="4562856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32688" y="4727448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4865705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91640" y="46817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Complacencia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26480" y="4681728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Dice "sí" a propuestas débiles en vez de señalar el problema.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640080" y="5458968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32688" y="5623560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945" y="5761817"/>
            <a:ext cx="235549" cy="23554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91640" y="557784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 contaminado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6126480" y="5577840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Duplicados, residuos y estilos mezclados en lo generado.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lo ataca con cuatro piezas que encajan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4835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4128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de menos de 80 líneas que carga en toda conversación: las reglas universales.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78728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644488" y="2286000"/>
            <a:ext cx="731520" cy="73152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98" y="24835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4608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62776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skills de dominio que se activan solas cuando la tarea las necesita.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389120"/>
            <a:ext cx="731520" cy="73152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hooks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024128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 (autocarga tu perfil) y anti-secretos (bloquea credenciales): reglas que ejecuta la máquina, no la memoria.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644488" y="4389120"/>
            <a:ext cx="731520" cy="731520"/>
          </a:xfrm>
          <a:prstGeom prst="ellipse">
            <a:avLst/>
          </a:prstGeom>
          <a:solidFill>
            <a:srgbClr val="5E7484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998" y="45866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04608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humana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6662776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e INSTRUCTIVO.md, más el contexto de empresa editable.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En cada conversación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tarea: aclara, evalúa, calibra por riesgo y verifica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5372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60" y="2395728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8876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978876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 propósito, audiencia, formato y criterio de éxito antes de trabajar.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648" y="2478024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17556" y="2148840"/>
            <a:ext cx="914400" cy="91440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44" y="2395728"/>
            <a:ext cx="420624" cy="42062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821060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48210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crítica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está bien, qué le preocupa y qué haría él, antes de ejecutar.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478024"/>
            <a:ext cx="256032" cy="25603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059740" y="2148840"/>
            <a:ext cx="914400" cy="91440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628" y="2395728"/>
            <a:ext cx="420624" cy="42062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3244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7663244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Esfuerzo por riesgo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Trivial va directo; estándar usa playbook; lo caro dispara el council.</a:t>
            </a:r>
            <a:endParaRPr lang="en-US" sz="125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015" y="2478024"/>
            <a:ext cx="256032" cy="256032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901923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811" y="2395728"/>
            <a:ext cx="420624" cy="42062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505427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10505427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Terminado = verificado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se declara listo sin comprobarlo; reporta lo que quedó fuera.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Los playbooks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playbooks: cada dominio con lo que garantiza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8335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Dominio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Qué garantiza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Presentaciones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audiencia y objetivo antes del diseño; una idea por lámina; cada cifra con fuente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Análisis de datos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revisa la calidad del dato antes de concluir; separa el hecho de la interpretación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 afirmación con fuente y fecha; cruza dos fuentes; marca lo de una sola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lee el código antes de escribir; corre con datos reales; higiene anti-contaminación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Propuestas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problema, opciones, costos, recomendación y reversión; council con veredicto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Finanzas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supuestos aparte; recalcula cada cifra; escenarios, no un número único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define disparador, entradas y salidas; deja escrito cómo apagarlo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Redacción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correo con pedido claro; minuta con acuerdos, responsables y fechas; sin invadir deck ni propuesta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tienes que nombrarlas: basta con describir la tarea y el kit elige la skill.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Council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Council juzga lo que importa, sin inventar problemas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cuándo corre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dices "council", cuando la decisión es cara o irreversible, o cuando el material sale de la empresa.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90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 5 evaluadores independientes con contexto fresco, un lente cada uno: viabilidad, costo/beneficio, riesgos, abogado del diablo.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26110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 con proporcionalidad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hallazgos con evidencia que cambien la decisión, ponderados contra el tamaño y la reversibilidad. "Sin hallazgos relevantes" es 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1920240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veredictos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2304288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4" y="2423160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304288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8A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2871216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4" y="299008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01000" y="2871216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D85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 con cambios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498080" y="3438144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35570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01000" y="3438144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22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rechazada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4169664"/>
            <a:ext cx="4053535" cy="1481328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40740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19872" y="437083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Probado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699248" y="4828032"/>
            <a:ext cx="3651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Cazó un error de cálculo 50× plantado (rechazada) y aprobó una propuesta sólida sin inventarle objeciones.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Higiene de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no se contamina: seis reglas de higiene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9611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Reutilizar antes de crear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Grep primero, escribir después: si ya existe, se usa o se extiende.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4760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47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76008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Respetar el estilo del repo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76008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naming y patrones que el código que ya está, aunque no te guste.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96112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de refactors no pedidos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37360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convenga cambiar se propone aparte, no se cuela en el cambio.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4760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4760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76008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Cero residuos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76008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código muerto, prints de debug ni archivos de prueba al terminar.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96112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justificadas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737360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en una línea y sin duplicar lo que el proyecto ya tiene.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78728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4760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4760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6008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Revisar el diff completo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376008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lee todo antes del commit; lo que no aporta, fuera.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Cómo pedir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 bien es la mitad del resultado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Anatomía de una petición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99592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25196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9476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99592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4124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de éxito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9476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99592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5196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 límite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trae plantillas por dominio para copiar y rellenar.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19659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palabras estrella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132320" y="2514600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406640" y="29260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4066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council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0" y="2624328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Fuerza el panel de evaluación con veredicto. Úsala en decisiones caras o material que sale de la empresa.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132320" y="3959352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132320" y="3959352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406640" y="437083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406640" y="43708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0" y="4069080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 el checklist completo del playbook: la versión revisada y lista para entregar.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tarea, floja y bien pedida: se nota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920240"/>
            <a:ext cx="5227168" cy="566928"/>
          </a:xfrm>
          <a:prstGeom prst="rect">
            <a:avLst/>
          </a:prstGeom>
          <a:solidFill>
            <a:srgbClr val="C640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floja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"Hazme una presentación bonita sobre IA."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bonito y vacío que tendrás que rehacer.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4448" y="1920240"/>
            <a:ext cx="5227168" cy="566928"/>
          </a:xfrm>
          <a:prstGeom prst="rect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98768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buena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98768" y="2633472"/>
            <a:ext cx="46785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"Deck para el comité de Ordenaris (no técnicos); objetivo: que aprueben un piloto de IA. Contexto: informe adjunto. Formato: 12 láminas con marca Innovattia. Está bien si entienden el retorno y los riesgos. Fecha: viernes."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8768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8A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8768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que puedes llevar a la reunión.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no es el modelo, es cómo pides.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Instalación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instala en tres pasos, sin pisar tu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2286000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221992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70432" y="2221992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426464" y="2221992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git clone https://github.com/chemaw8/claude-kit-chema.git claude-kit-chema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 claude-kit-chema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instalador copia el núcleo, las skills y el contexto a ~/.claude/.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3951" y="2119031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92938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pisa nada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229514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ya tienes un ~/.claude/CLAUDE.md, añade una sección marcada al final sin tocar lo tuyo; en actualizaciones respalda antes de reescribirla.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301752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951" y="3170591"/>
            <a:ext cx="260787" cy="2607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818120" y="298094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818120" y="334670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de contexto se instala por defecto; el anti-secretos es opt-in con KIT_HOOKS=s ./instalar.sh.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040880" y="406908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951" y="4222151"/>
            <a:ext cx="260787" cy="2607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818120" y="403250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 web también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818120" y="439826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Pega el núcleo como instrucciones del proyecto y sube los SKILL.md que uses.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Mejora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aprende: una corrección repetida se vuelve regla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8109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997" y="23957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Corriges dos veces lo mismo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tono, un formato o una cifra que siempre calcula mal.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274" y="2459736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395728"/>
            <a:ext cx="420624" cy="4206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propone como regla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490618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Esa corrección se convierte en regla permanente del kit.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3" y="2459736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489186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074" y="2395728"/>
            <a:ext cx="420624" cy="4206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41157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 al CHANGELOG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8341157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registrada con fecha en el repositorio, para todos.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EDF2F6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9" name="Text 12"/>
          <p:cNvSpPr/>
          <p:nvPr/>
        </p:nvSpPr>
        <p:spPr>
          <a:xfrm>
            <a:off x="1005840" y="5349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pull &amp;&amp; ./instalar.sh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126480" y="5349240"/>
            <a:ext cx="5425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Trae la última versión sin destruir tu CLAUDE.md ni tu contexto de empresa. Dejas de pelear con el mismo error para siempre.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2" name="Text 15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respaldo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opinión: está probado y respaldado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afirmaciones verificadas contra fuentes primarias de Anthropic (0 refutadas)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9658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429658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12538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703978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peticiones naturales activaron la skill correcta (criterio ≥ 19/21)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19237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19237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02117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50×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493557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de cálculo plantado que el council cazó y rechazó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Instálalo hoy: 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</a:t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  +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Chema — presentacion</dc:title>
  <dc:subject>PptxGenJS Presentation</dc:subject>
  <dc:creator>Kit Chema</dc:creator>
  <cp:lastModifiedBy>Kit Chema</cp:lastModifiedBy>
  <cp:revision>1</cp:revision>
  <dcterms:created xsi:type="dcterms:W3CDTF">2026-07-09T06:31:41Z</dcterms:created>
  <dcterms:modified xsi:type="dcterms:W3CDTF">2026-07-09T06:31:41Z</dcterms:modified>
</cp:coreProperties>
</file>